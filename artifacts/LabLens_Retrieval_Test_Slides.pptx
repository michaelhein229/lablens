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99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71500"/>
            <a:ext cx="10820400" cy="914400"/>
          </a:xfrm>
        </p:spPr>
        <p:txBody>
          <a:bodyPr/>
          <a:lstStyle/>
          <a:p>
            <a:r>
              <a:rPr lang="en-US" sz="3600"/>
              <a:t>LabLens Retrieval Test Deck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914400" y="1828800"/>
            <a:ext cx="10363200" cy="3657600"/>
          </a:xfrm>
        </p:spPr>
        <p:txBody>
          <a:bodyPr wrap="square"/>
          <a:lstStyle/>
          <a:p>
            <a:r>
              <a:rPr lang="en-US" sz="2200"/>
              <a:t>Synthetic Google Slides import deck for testing semantic retrieval, indexing, and slide-level citations.</a:t>
            </a:r>
            <a:endParaRPr lang="en-US" sz="2200"/>
          </a:p>
        </p:txBody>
      </p:sp>
      <p:sp>
        <p:nvSpPr>
          <p:cNvPr id="4" name="Footer"/>
          <p:cNvSpPr/>
          <p:nvPr/>
        </p:nvSpPr>
        <p:spPr>
          <a:xfrm>
            <a:off x="914400" y="5943600"/>
            <a:ext cx="10363200" cy="457200"/>
          </a:xfrm>
        </p:spPr>
        <p:txBody>
          <a:bodyPr/>
          <a:lstStyle/>
          <a:p>
            <a:r>
              <a:rPr lang="en-US" sz="1200"/>
              <a:t>Synthetic LabLens test data - not real research data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71500"/>
            <a:ext cx="10820400" cy="914400"/>
          </a:xfrm>
        </p:spPr>
        <p:txBody>
          <a:bodyPr/>
          <a:lstStyle/>
          <a:p>
            <a:r>
              <a:rPr lang="en-US" sz="3600"/>
              <a:t>PLGA Batch 17 - Burst Release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914400" y="1828800"/>
            <a:ext cx="10363200" cy="3657600"/>
          </a:xfrm>
        </p:spPr>
        <p:txBody>
          <a:bodyPr wrap="square"/>
          <a:lstStyle/>
          <a:p>
            <a:r>
              <a:rPr lang="en-US" sz="2200"/>
              <a:t>Experiment 17 used PLGA 50:50 with 2% PVA. High initial burst release was observed during the first 24 hours.</a:t>
            </a:r>
            <a:endParaRPr lang="en-US" sz="2200"/>
          </a:p>
        </p:txBody>
      </p:sp>
      <p:sp>
        <p:nvSpPr>
          <p:cNvPr id="4" name="Footer"/>
          <p:cNvSpPr/>
          <p:nvPr/>
        </p:nvSpPr>
        <p:spPr>
          <a:xfrm>
            <a:off x="914400" y="5943600"/>
            <a:ext cx="10363200" cy="457200"/>
          </a:xfrm>
        </p:spPr>
        <p:txBody>
          <a:bodyPr/>
          <a:lstStyle/>
          <a:p>
            <a:r>
              <a:rPr lang="en-US" sz="1200"/>
              <a:t>Synthetic LabLens test data - not real research data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71500"/>
            <a:ext cx="10820400" cy="914400"/>
          </a:xfrm>
        </p:spPr>
        <p:txBody>
          <a:bodyPr/>
          <a:lstStyle/>
          <a:p>
            <a:r>
              <a:rPr lang="en-US" sz="3600"/>
              <a:t>PLGA Batch 24 - Particle Size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914400" y="1828800"/>
            <a:ext cx="10363200" cy="3657600"/>
          </a:xfrm>
        </p:spPr>
        <p:txBody>
          <a:bodyPr wrap="square"/>
          <a:lstStyle/>
          <a:p>
            <a:r>
              <a:rPr lang="en-US" sz="2200"/>
              <a:t>Experiment 24 used PLGA 75:25 with 1% PVA. Particle size was larger than expected after emulsification.</a:t>
            </a:r>
            <a:endParaRPr lang="en-US" sz="2200"/>
          </a:p>
        </p:txBody>
      </p:sp>
      <p:sp>
        <p:nvSpPr>
          <p:cNvPr id="4" name="Footer"/>
          <p:cNvSpPr/>
          <p:nvPr/>
        </p:nvSpPr>
        <p:spPr>
          <a:xfrm>
            <a:off x="914400" y="5943600"/>
            <a:ext cx="10363200" cy="457200"/>
          </a:xfrm>
        </p:spPr>
        <p:txBody>
          <a:bodyPr/>
          <a:lstStyle/>
          <a:p>
            <a:r>
              <a:rPr lang="en-US" sz="1200"/>
              <a:t>Synthetic LabLens test data - not real research data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71500"/>
            <a:ext cx="10820400" cy="914400"/>
          </a:xfrm>
        </p:spPr>
        <p:txBody>
          <a:bodyPr/>
          <a:lstStyle/>
          <a:p>
            <a:r>
              <a:rPr lang="en-US" sz="3600"/>
              <a:t>Microscope Calibration Notes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914400" y="1828800"/>
            <a:ext cx="10363200" cy="3657600"/>
          </a:xfrm>
        </p:spPr>
        <p:txBody>
          <a:bodyPr wrap="square"/>
          <a:lstStyle/>
          <a:p>
            <a:r>
              <a:rPr lang="en-US" sz="2200"/>
              <a:t>Microscope calibration was performed before imaging. No release study was run on this date.</a:t>
            </a:r>
            <a:endParaRPr lang="en-US" sz="2200"/>
          </a:p>
        </p:txBody>
      </p:sp>
      <p:sp>
        <p:nvSpPr>
          <p:cNvPr id="4" name="Footer"/>
          <p:cNvSpPr/>
          <p:nvPr/>
        </p:nvSpPr>
        <p:spPr>
          <a:xfrm>
            <a:off x="914400" y="5943600"/>
            <a:ext cx="10363200" cy="457200"/>
          </a:xfrm>
        </p:spPr>
        <p:txBody>
          <a:bodyPr/>
          <a:lstStyle/>
          <a:p>
            <a:r>
              <a:rPr lang="en-US" sz="1200"/>
              <a:t>Synthetic LabLens test data - not real research data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71500"/>
            <a:ext cx="10820400" cy="914400"/>
          </a:xfrm>
        </p:spPr>
        <p:txBody>
          <a:bodyPr/>
          <a:lstStyle/>
          <a:p>
            <a:r>
              <a:rPr lang="en-US" sz="3600"/>
              <a:t>PVA Comparison Trial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914400" y="1828800"/>
            <a:ext cx="10363200" cy="3657600"/>
          </a:xfrm>
        </p:spPr>
        <p:txBody>
          <a:bodyPr wrap="square"/>
          <a:lstStyle/>
          <a:p>
            <a:r>
              <a:rPr lang="en-US" sz="2200"/>
              <a:t>Increasing PVA concentration reduced aggregation in the trial batches and improved suspension stability.</a:t>
            </a:r>
            <a:endParaRPr lang="en-US" sz="2200"/>
          </a:p>
        </p:txBody>
      </p:sp>
      <p:sp>
        <p:nvSpPr>
          <p:cNvPr id="4" name="Footer"/>
          <p:cNvSpPr/>
          <p:nvPr/>
        </p:nvSpPr>
        <p:spPr>
          <a:xfrm>
            <a:off x="914400" y="5943600"/>
            <a:ext cx="10363200" cy="457200"/>
          </a:xfrm>
        </p:spPr>
        <p:txBody>
          <a:bodyPr/>
          <a:lstStyle/>
          <a:p>
            <a:r>
              <a:rPr lang="en-US" sz="1200"/>
              <a:t>Synthetic LabLens test data - not real research data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71500"/>
            <a:ext cx="10820400" cy="914400"/>
          </a:xfrm>
        </p:spPr>
        <p:txBody>
          <a:bodyPr/>
          <a:lstStyle/>
          <a:p>
            <a:r>
              <a:rPr lang="en-US" sz="3600"/>
              <a:t>Failed Formulation Batch 31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914400" y="1828800"/>
            <a:ext cx="10363200" cy="3657600"/>
          </a:xfrm>
        </p:spPr>
        <p:txBody>
          <a:bodyPr wrap="square"/>
          <a:lstStyle/>
          <a:p>
            <a:r>
              <a:rPr lang="en-US" sz="2200"/>
              <a:t>Batch 31 showed clumping during solvent evaporation and was excluded from release analysis.</a:t>
            </a:r>
            <a:endParaRPr lang="en-US" sz="2200"/>
          </a:p>
        </p:txBody>
      </p:sp>
      <p:sp>
        <p:nvSpPr>
          <p:cNvPr id="4" name="Footer"/>
          <p:cNvSpPr/>
          <p:nvPr/>
        </p:nvSpPr>
        <p:spPr>
          <a:xfrm>
            <a:off x="914400" y="5943600"/>
            <a:ext cx="10363200" cy="457200"/>
          </a:xfrm>
        </p:spPr>
        <p:txBody>
          <a:bodyPr/>
          <a:lstStyle/>
          <a:p>
            <a:r>
              <a:rPr lang="en-US" sz="1200"/>
              <a:t>Synthetic LabLens test data - not real research data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71500"/>
            <a:ext cx="10820400" cy="914400"/>
          </a:xfrm>
        </p:spPr>
        <p:txBody>
          <a:bodyPr/>
          <a:lstStyle/>
          <a:p>
            <a:r>
              <a:rPr lang="en-US" sz="3600"/>
              <a:t>Control Microsphere Experiment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914400" y="1828800"/>
            <a:ext cx="10363200" cy="3657600"/>
          </a:xfrm>
        </p:spPr>
        <p:txBody>
          <a:bodyPr wrap="square"/>
          <a:lstStyle/>
          <a:p>
            <a:r>
              <a:rPr lang="en-US" sz="2200"/>
              <a:t>Blank microspheres showed no measurable drug release signal and served as a negative control.</a:t>
            </a:r>
            <a:endParaRPr lang="en-US" sz="2200"/>
          </a:p>
        </p:txBody>
      </p:sp>
      <p:sp>
        <p:nvSpPr>
          <p:cNvPr id="4" name="Footer"/>
          <p:cNvSpPr/>
          <p:nvPr/>
        </p:nvSpPr>
        <p:spPr>
          <a:xfrm>
            <a:off x="914400" y="5943600"/>
            <a:ext cx="10363200" cy="457200"/>
          </a:xfrm>
        </p:spPr>
        <p:txBody>
          <a:bodyPr/>
          <a:lstStyle/>
          <a:p>
            <a:r>
              <a:rPr lang="en-US" sz="1200"/>
              <a:t>Synthetic LabLens test data - not real research data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71500"/>
            <a:ext cx="10820400" cy="914400"/>
          </a:xfrm>
        </p:spPr>
        <p:txBody>
          <a:bodyPr/>
          <a:lstStyle/>
          <a:p>
            <a:r>
              <a:rPr lang="en-US" sz="3600"/>
              <a:t>Expected Search Targets</a:t>
            </a:r>
            <a:endParaRPr lang="en-US" sz="3600"/>
          </a:p>
        </p:txBody>
      </p:sp>
      <p:sp>
        <p:nvSpPr>
          <p:cNvPr id="3" name="Body"/>
          <p:cNvSpPr/>
          <p:nvPr/>
        </p:nvSpPr>
        <p:spPr>
          <a:xfrm>
            <a:off x="914400" y="1828800"/>
            <a:ext cx="10363200" cy="3657600"/>
          </a:xfrm>
        </p:spPr>
        <p:txBody>
          <a:bodyPr wrap="square"/>
          <a:lstStyle/>
          <a:p>
            <a:r>
              <a:rPr lang="en-US" sz="2200"/>
              <a:t>Queries to try: high burst release; large particle size; PVA reduced aggregation; clumping solvent evaporation; microscope calibration.</a:t>
            </a:r>
            <a:endParaRPr lang="en-US" sz="2200"/>
          </a:p>
        </p:txBody>
      </p:sp>
      <p:sp>
        <p:nvSpPr>
          <p:cNvPr id="4" name="Footer"/>
          <p:cNvSpPr/>
          <p:nvPr/>
        </p:nvSpPr>
        <p:spPr>
          <a:xfrm>
            <a:off x="914400" y="5943600"/>
            <a:ext cx="10363200" cy="457200"/>
          </a:xfrm>
        </p:spPr>
        <p:txBody>
          <a:bodyPr/>
          <a:lstStyle/>
          <a:p>
            <a:r>
              <a:rPr lang="en-US" sz="1200"/>
              <a:t>Synthetic LabLens test data - not real research data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Lens">
  <a:themeElements>
    <a:clrScheme name="LabLens">
      <a:dk1>
        <a:srgbClr val="111827"/>
      </a:dk1>
      <a:lt1>
        <a:srgbClr val="FFFFFF"/>
      </a:lt1>
      <a:dk2>
        <a:srgbClr val="1F2937"/>
      </a:dk2>
      <a:lt2>
        <a:srgbClr val="F9FAFB"/>
      </a:lt2>
      <a:accent1>
        <a:srgbClr val="2563EB"/>
      </a:accent1>
      <a:accent2>
        <a:srgbClr val="059669"/>
      </a:accent2>
      <a:accent3>
        <a:srgbClr val="DC2626"/>
      </a:accent3>
      <a:accent4>
        <a:srgbClr val="7C3AED"/>
      </a:accent4>
      <a:accent5>
        <a:srgbClr val="EA580C"/>
      </a:accent5>
      <a:accent6>
        <a:srgbClr val="0891B2"/>
      </a:accent6>
      <a:hlink>
        <a:srgbClr val="2563EB"/>
      </a:hlink>
      <a:folHlink>
        <a:srgbClr val="7C3AED"/>
      </a:folHlink>
    </a:clrScheme>
    <a:fontScheme name="LabLens">
      <a:majorFont>
        <a:latin typeface="Aptos Display"/>
      </a:majorFont>
      <a:minorFont>
        <a:latin typeface="Aptos"/>
      </a:minorFont>
    </a:fontScheme>
    <a:fmtScheme name="LabLens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LabLens</Application>
  <PresentationFormat>On-screen Show (16:9)</PresentationFormat>
  <Slides>8</Slides>
  <Company>LabLens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LabLens Retrieval Test Slides</dc:title>
  <dc:subject>Synthetic retrieval test deck</dc:subject>
  <dc:creator>LabLens</dc:creator>
  <cp:lastModifiedBy>LabLens</cp:lastModifiedBy>
  <dcterms:created xsi:type="dcterms:W3CDTF">2026-08-16T00:00:00Z</dcterms:created>
  <dcterms:modified xsi:type="dcterms:W3CDTF">2026-08-16T00:00:00Z</dcterms:modified>
</cp:coreProperties>
</file>